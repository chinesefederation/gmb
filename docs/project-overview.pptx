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wmf" ContentType="image/x-wmf"/>
  <Default Extension="png" ContentType="image/png"/>
  <Default Extension="rels" ContentType="application/vnd.openxmlformats-package.relationships+xml"/>
  <Default Extension="bin" ContentType="application/vnd.openxmlformats-officedocument.oleObject"/>
  <Override PartName="/ppt/notesSlides/notesSlide6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3.xml" ContentType="application/vnd.openxmlformats-officedocument.presentationml.slide+xml"/>
  <Override PartName="/ppt/slideLayouts/slideLayout5.xml" ContentType="application/vnd.openxmlformats-officedocument.presentationml.slideLayout+xml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Masters/notesMaster1.xml" ContentType="application/vnd.openxmlformats-officedocument.presentationml.notesMaster+xml"/>
  <Override PartName="/ppt/slideLayouts/slideLayout2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notesSlides/notesSlide2.xml" ContentType="application/vnd.openxmlformats-officedocument.presentationml.notesSlide+xml"/>
  <Override PartName="/ppt/tableStyles.xml" ContentType="application/vnd.openxmlformats-officedocument.presentationml.tableStyles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compatMode="1" saveSubsetFonts="1">
  <p:sldMasterIdLst>
    <p:sldMasterId id="2147483648" r:id="rId1"/>
  </p:sldMasterIdLst>
  <p:notesMasterIdLst>
    <p:notesMasterId r:id="rId10"/>
  </p:notesMasterIdLst>
  <p:sldIdLst>
    <p:sldId id="256" r:id="rId4"/>
    <p:sldId id="257" r:id="rId5"/>
    <p:sldId id="258" r:id="rId6"/>
    <p:sldId id="259" r:id="rId7"/>
    <p:sldId id="260" r:id="rId8"/>
    <p:sldId id="261" r:id="rId9"/>
  </p:sldIdLst>
  <p:sldSz cx="9144000" cy="6858000" type="screen4x3"/>
  <p:notesSz cx="6858000" cy="9144000"/>
  <p:defaultTextStyle>
    <a:defPPr>
      <a:defRPr lang="en-US"/>
    </a:defPPr>
    <a:lvl1pPr marL="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95" d="100"/>
          <a:sy n="95" d="100"/>
        </p:scale>
        <p:origin x="-1288" y="-120"/>
      </p:cViewPr>
      <p:guideLst>
        <p:guide pos="2160" orient="horz"/>
        <p:guide pos="2880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 /><Relationship Id="rId12" Type="http://schemas.openxmlformats.org/officeDocument/2006/relationships/tableStyles" Target="tableStyles.xml" /><Relationship Id="rId13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5366D10-E13F-E486-A8AE-709A9B6D128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B9B3944-3B48-3A89-3E30-78ED3606CDB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47D9E1-97DD-B903-E1B0-443FE327FE0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CBAE997-004E-2019-E492-529E96539B6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E2EC308-C9FC-0274-0355-EA9CD2DEE4D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91023FE-1D21-1F59-5DFF-D681CC0B2EB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7561943" name="Title 1"/>
          <p:cNvSpPr>
            <a:spLocks noGrp="1"/>
          </p:cNvSpPr>
          <p:nvPr>
            <p:ph type="ctrTitle"/>
          </p:nvPr>
        </p:nvSpPr>
        <p:spPr bwMode="auto">
          <a:xfrm>
            <a:off x="685800" y="2130425"/>
            <a:ext cx="7772400" cy="1470025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52826101" name="Subtitle 2"/>
          <p:cNvSpPr>
            <a:spLocks noGrp="1"/>
          </p:cNvSpPr>
          <p:nvPr>
            <p:ph type="subTitle" idx="1"/>
          </p:nvPr>
        </p:nvSpPr>
        <p:spPr bwMode="auto">
          <a:xfrm>
            <a:off x="1371600" y="3886200"/>
            <a:ext cx="64008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1084357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897BCBE-A2DD-2248-8676-657FEEB74689}" type="datetimeFigureOut">
              <a:rPr lang="en-US"/>
              <a:t>1/14/14</a:t>
            </a:fld>
            <a:endParaRPr lang="en-US"/>
          </a:p>
        </p:txBody>
      </p:sp>
      <p:sp>
        <p:nvSpPr>
          <p:cNvPr id="6684779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9658077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58ECF37-3CC2-C74D-A5F5-BBEAD8F9A4D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460901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18233597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6800615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897BCBE-A2DD-2248-8676-657FEEB74689}" type="datetimeFigureOut">
              <a:rPr lang="en-US"/>
              <a:t>1/14/14</a:t>
            </a:fld>
            <a:endParaRPr lang="en-US"/>
          </a:p>
        </p:txBody>
      </p:sp>
      <p:sp>
        <p:nvSpPr>
          <p:cNvPr id="41400407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0626033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58ECF37-3CC2-C74D-A5F5-BBEAD8F9A4D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8542453" name="Title 1"/>
          <p:cNvSpPr>
            <a:spLocks noGrp="1"/>
          </p:cNvSpPr>
          <p:nvPr>
            <p:ph type="title"/>
          </p:nvPr>
        </p:nvSpPr>
        <p:spPr bwMode="auto"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3673190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6667222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897BCBE-A2DD-2248-8676-657FEEB74689}" type="datetimeFigureOut">
              <a:rPr lang="en-US"/>
              <a:t>1/14/14</a:t>
            </a:fld>
            <a:endParaRPr lang="en-US"/>
          </a:p>
        </p:txBody>
      </p:sp>
      <p:sp>
        <p:nvSpPr>
          <p:cNvPr id="181259911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7044657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58ECF37-3CC2-C74D-A5F5-BBEAD8F9A4D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614557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95150832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088950911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19157274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897BCBE-A2DD-2248-8676-657FEEB74689}" type="datetimeFigureOut">
              <a:rPr lang="en-US"/>
              <a:t>1/14/14</a:t>
            </a:fld>
            <a:endParaRPr lang="en-US"/>
          </a:p>
        </p:txBody>
      </p:sp>
      <p:sp>
        <p:nvSpPr>
          <p:cNvPr id="128792466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6441972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58ECF37-3CC2-C74D-A5F5-BBEAD8F9A4D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435599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7284290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330126120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68673490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028072770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86374107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897BCBE-A2DD-2248-8676-657FEEB74689}" type="datetimeFigureOut">
              <a:rPr lang="en-US"/>
              <a:t>1/14/14</a:t>
            </a:fld>
            <a:endParaRPr lang="en-US"/>
          </a:p>
        </p:txBody>
      </p:sp>
      <p:sp>
        <p:nvSpPr>
          <p:cNvPr id="1866130117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61260331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58ECF37-3CC2-C74D-A5F5-BBEAD8F9A4D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461744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20459225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897BCBE-A2DD-2248-8676-657FEEB74689}" type="datetimeFigureOut">
              <a:rPr lang="en-US"/>
              <a:t>1/14/14</a:t>
            </a:fld>
            <a:endParaRPr lang="en-US"/>
          </a:p>
        </p:txBody>
      </p:sp>
      <p:sp>
        <p:nvSpPr>
          <p:cNvPr id="724291130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85831688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58ECF37-3CC2-C74D-A5F5-BBEAD8F9A4D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1928773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897BCBE-A2DD-2248-8676-657FEEB74689}" type="datetimeFigureOut">
              <a:rPr lang="en-US"/>
              <a:t>1/14/14</a:t>
            </a:fld>
            <a:endParaRPr lang="en-US"/>
          </a:p>
        </p:txBody>
      </p:sp>
      <p:sp>
        <p:nvSpPr>
          <p:cNvPr id="1580730982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95137119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58ECF37-3CC2-C74D-A5F5-BBEAD8F9A4D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6735191" name="Title 1"/>
          <p:cNvSpPr>
            <a:spLocks noGrp="1"/>
          </p:cNvSpPr>
          <p:nvPr>
            <p:ph type="title"/>
          </p:nvPr>
        </p:nvSpPr>
        <p:spPr bwMode="auto"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9202112" name="Content Placeholder 2"/>
          <p:cNvSpPr>
            <a:spLocks noGrp="1"/>
          </p:cNvSpPr>
          <p:nvPr>
            <p:ph idx="1"/>
          </p:nvPr>
        </p:nvSpPr>
        <p:spPr bwMode="auto"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78155492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63683673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897BCBE-A2DD-2248-8676-657FEEB74689}" type="datetimeFigureOut">
              <a:rPr lang="en-US"/>
              <a:t>1/14/14</a:t>
            </a:fld>
            <a:endParaRPr lang="en-US"/>
          </a:p>
        </p:txBody>
      </p:sp>
      <p:sp>
        <p:nvSpPr>
          <p:cNvPr id="1496897001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44940922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58ECF37-3CC2-C74D-A5F5-BBEAD8F9A4D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2105094" name="Title 1"/>
          <p:cNvSpPr>
            <a:spLocks noGrp="1"/>
          </p:cNvSpPr>
          <p:nvPr>
            <p:ph type="title"/>
          </p:nvPr>
        </p:nvSpPr>
        <p:spPr bwMode="auto"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08865296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2116344760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28428350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897BCBE-A2DD-2248-8676-657FEEB74689}" type="datetimeFigureOut">
              <a:rPr lang="en-US"/>
              <a:t>1/14/14</a:t>
            </a:fld>
            <a:endParaRPr lang="en-US"/>
          </a:p>
        </p:txBody>
      </p:sp>
      <p:sp>
        <p:nvSpPr>
          <p:cNvPr id="960074282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5322088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58ECF37-3CC2-C74D-A5F5-BBEAD8F9A4D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690885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38270940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02096173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897BCBE-A2DD-2248-8676-657FEEB74689}" type="datetimeFigureOut">
              <a:rPr lang="en-US"/>
              <a:t>1/14/14</a:t>
            </a:fld>
            <a:endParaRPr lang="en-US"/>
          </a:p>
        </p:txBody>
      </p:sp>
      <p:sp>
        <p:nvSpPr>
          <p:cNvPr id="120628105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5294174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58ECF37-3CC2-C74D-A5F5-BBEAD8F9A4D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0192145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45025336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7899725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897BCBE-A2DD-2248-8676-657FEEB74689}" type="datetimeFigureOut">
              <a:rPr lang="en-US"/>
              <a:t>1/14/14</a:t>
            </a:fld>
            <a:endParaRPr lang="en-US"/>
          </a:p>
        </p:txBody>
      </p:sp>
      <p:sp>
        <p:nvSpPr>
          <p:cNvPr id="90428377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3396638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58ECF37-3CC2-C74D-A5F5-BBEAD8F9A4D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5714392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7940000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5051987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97BCBE-A2DD-2248-8676-657FEEB74689}" type="datetimeFigureOut">
              <a:rPr lang="en-US"/>
              <a:t>1/14/14</a:t>
            </a:fld>
            <a:endParaRPr lang="en-US"/>
          </a:p>
        </p:txBody>
      </p:sp>
      <p:sp>
        <p:nvSpPr>
          <p:cNvPr id="504164175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16656712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258ECF37-3CC2-C74D-A5F5-BBEAD8F9A4D4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08465719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495821" y="25019"/>
            <a:ext cx="7895726" cy="67818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17400293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0" y="260958"/>
            <a:ext cx="9143999" cy="622252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5042085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143000" y="0"/>
            <a:ext cx="6857999" cy="68579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30143471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0" y="0"/>
            <a:ext cx="9143999" cy="68579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52091348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0" y="1186646"/>
            <a:ext cx="9144000" cy="448470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40270398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0" y="437500"/>
            <a:ext cx="9144000" cy="598299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ONLYOFFICE/9.1.0.172</Application>
  <PresentationFormat>On-screen Show (4:3)</PresentationFormat>
  <Paragraphs>0</Paragraphs>
  <Slides>6</Slides>
  <Notes>6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Theme 1</vt:lpstr>
      <vt:lpstr>Slide 1</vt:lpstr>
      <vt:lpstr>Slide 2</vt:lpstr>
      <vt:lpstr>Slide 3</vt:lpstr>
      <vt:lpstr>Slide 4</vt:lpstr>
      <vt:lpstr>Slide 5</vt:lpstr>
      <vt:lpstr>Slide 6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Wu Coral</dc:creator>
  <cp:lastModifiedBy/>
  <cp:revision>2</cp:revision>
  <dcterms:created xsi:type="dcterms:W3CDTF">2014-01-14T12:05:24Z</dcterms:created>
  <dcterms:modified xsi:type="dcterms:W3CDTF">2026-02-04T21:38:36Z</dcterms:modified>
</cp:coreProperties>
</file>